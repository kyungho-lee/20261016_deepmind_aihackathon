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GeoRescue 3D, our submission for Track 2 and Track 3 of the Google DeepMind AI Hackathon.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During extreme rainfall, flat 2D maps direct citizens into the 13.5m Gangnam underpass where floodwater reaches 5 meters deep.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combined Gemini 4 Argon 1M-token reasoning with deterministic Python NetworkX A* verification in the Antigravity sandbox.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Iteration 1 hit the submerged GN_02 node, Antigravity automatically blacklisted it and rerouted along the Kukkiwon 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Three.js digital twin renders 2.5m contours, interactive 3D rotation, live water rise simulation, and Google Maps sync.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Across our 3-team tournament, only Team Gamma passed all flood safety invariants, achieving 97.6 out of 100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GeoRescue 3D is live on Google Cloud Run and ready to save lives during extreme urban flash floods. 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SLIDE 01 / 07  |  TRACK 2 (HARD TECH) &amp; TRACK 3 (SOCIAL GOOD)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GeoRescue 3D — Real-Time Spatial Disaster Evacuation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Gemini 4 Argon (1M Context) x Antigravity Python A* Sandbox Verification x Google Cloud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Objective: Eliminate life-threatening 2D routing hallucinations during urban flash floods in concave basins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Gemini 4 Argon (gemini-4-argon, 1M Context): Synthesizes 3D DEM terrain physics (4,096 vertices) &amp; road graphs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Antigravity Agent (antigravity-preview-09-2026): Executes Python NetworkX A* verification &amp; autonomous self-correction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Three.js 3D WebGL Digital Twin + Real-Time Water Slider (0.5m-5.0m) + Live Cloud Run Deployment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Live Demo URL: https://georescue3d-464836279033.asia-northeast3.run.app/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DE047"/>
                </a:solidFill>
              </a:defRPr>
            </a:pPr>
            <a:r>
              <a:t>[Speaker Script] Welcome to GeoRescue 3D, our submission for Track 2 and Track 3 of the Google DeepMind AI Hackathon.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SLIDE 02 / 07  |  PROBLEM &amp; IMPACT — SEOUL GANGNAM BASIN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Why 2D Flat Maps &amp; Unverified LLMs Fail in Flash Floods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Concave Bowl-Shaped Depression (13.5m) vs Surrounding High Ridges (38.5m - 41.2m)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Topographic Trap: Gangnam Station Underpass (GN_02) sits at 13.5m ASL, surrounded by steep hills (38.5m-41.2m)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2D Flat Navigation Failure: Recommends shortest horizontal route (850m: GN_01 -&gt; GN_02 -&gt; GN_06) ignoring elevation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Unverified LLM Hallucination: Directs evacuees straight into 5.0m of floodwater at the 18.5m critical flood plane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GeoRescue 3D Guarantee: Mathematically enforces z_elevation &gt; 18.5m and water_level_m &lt;= 0.15m across every node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DE047"/>
                </a:solidFill>
              </a:defRPr>
            </a:pPr>
            <a:r>
              <a:t>[Speaker Script] During extreme rainfall, flat 2D maps direct citizens into the 13.5m Gangnam underpass where floodwater reaches 5 meters deep.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SLIDE 03 / 07  |  HOW WE BUILT IT — 4-AGENT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Gemini 4 Argon (1M) + Antigravity Linux Sandbox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Long-Context Spatial Synthesis -&gt; Deterministic Python A* Verification -&gt; Sub-ms FastAPI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1. Lead Orchestrator (gemini-4-argon, thinking_level=high, background=True): Holds full 3D DEM &amp; OSM graph in 1M context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2. Verification Agent (antigravity-preview-09-2026): Runs Python NetworkX A* loop inside isolated Linux sandbox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3. Fast Leaf Worker (gemini-3.8-flash): Validates CSV/JSON schemas and serializes routes in 1.04ms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4. Safety Guardrail (gemini-3.5-flash-lite): Enforces V-World/ODbL attribution &amp; Human-in-the-Loop (HITL)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DE047"/>
                </a:solidFill>
              </a:defRPr>
            </a:pPr>
            <a:r>
              <a:t>[Speaker Script] We combined Gemini 4 Argon 1M-token reasoning with deterministic Python NetworkX A* verification in the Antigravity sandbox.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SLIDE 04 / 07  |  AUTONOMOUS VERIFICATION LOOP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[SUCCESS] Verified by Python A*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Autonomous Self-Correction from Submerged Underpass (13.5m) to High-Ground Ridge (19.2m -&gt; 41.2m)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Safety Invariant 1: Every route node must satisfy z_elevation &gt; 18.5m and z_elevation &gt; current_water_depth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Safety Invariant 2: Every road edge must satisfy water_level_m &lt;= 0.15m and Golden Time ETA &lt;= 1800s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Iteration #1 (Rejected): GN_01 -&gt; GN_02 (13.5m, water 0.45m) -&gt; GN_06 -&gt; GN_08 (Failed Flood Safety Gate)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Iteration #2 (Verified Safe): GN_01 (19.2m) -&gt; GN_04 (22.8m) -&gt; GN_05 (38.5m) -&gt; GN_06 (34.0m) -&gt; GN_08 Shelter (41.2m)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DE047"/>
                </a:solidFill>
              </a:defRPr>
            </a:pPr>
            <a:r>
              <a:t>[Speaker Script] When Iteration 1 hit the submerged GN_02 node, Antigravity automatically blacklisted it and rerouted along the Kukkiwon ridge.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SLIDE 05 / 07  |  KEY FEATURES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Zero-Drift 3D WebGL Digital Twin &amp; Tactical Command HUD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64x64 IDW DEM Mesh + 2.5m Topographic Contours + Real-Time Water Slider + Google Maps 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0.00m Elevation Synchronization: Shared 12-anchor Inverse-Distance Weighted (IDW) DEM between Python &amp; Three.js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Interactive 3D Controls: 360-degree mouse drag rotation, wheel zoom, right-click pan, and 2.5m contour lines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Real-Time Water Slider (0.5m - 5.0m): Dynamic 3D flood plane rise with 1.04ms FastAPI A* route recalculation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Cross-Section Elevation Profile + WGS84 Google Maps Walking Directions + Officer HITL Broadcast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DE047"/>
                </a:solidFill>
              </a:defRPr>
            </a:pPr>
            <a:r>
              <a:t>[Speaker Script] Our Three.js digital twin renders 2.5m contours, interactive 3D rotation, live water rise simulation, and Google Maps sync.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SLIDE 06 / 07  |  COMPETITIVE TOURNAMENT &amp; BENCHMARK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3-Team Multi-Agent Tournament Audited by Argon Chief Jury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Team Gamma Promoted with 97.6 / 100 Points (100% Flood Safety Gate Pass)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Team Alpha (Algorithmic Team): 47.0 / 100 pts — Disqualified (0/35 safety gate) due to GN_02 (13.5m) inundation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Team Beta (3D Visual Team): 44.0 / 100 pts — Disqualified (0/35 safety gate) due to GN_03 (17.2m) flooding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Team Gamma (Full-Stack Safety Winner): 97.6 / 100 pts — min_z = 19.20m (&gt;18.5m), max_water = 0.12m (&lt;=0.15m)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Golden Time Verified: Total route distance 1,840.0m, Evacuation ETA 1,525.1s (25.4 min &lt;= 30 min threshold)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DE047"/>
                </a:solidFill>
              </a:defRPr>
            </a:pPr>
            <a:r>
              <a:t>[Speaker Script] Across our 3-team tournament, only Team Gamma passed all flood safety invariants, achieving 97.6 out of 100 points.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SLIDE 07 / 07  |  CLOUD RUN DEPLOYMENT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Production Serverless Deployment on Google Cloud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Bridging Generative Spatial Reasoning with Deterministic Safety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Live Cloud Run URL: https://georescue3d-464836279033.asia-northeast3.run.app/ (Region: asia-northeast3)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Public GitHub Repository: https://github.com/kyungho-lee/20261016_Deepmind_AIHackathon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Future Roadmap: Country-wide V-World 3D DEM expansion, live municipal IoT water-gauge streaming, WebXR AR view</a:t>
            </a:r>
          </a:p>
          <a:p>
            <a:pPr>
              <a:spcAft>
                <a:spcPts val="1200"/>
              </a:spcAft>
              <a:defRPr sz="1600">
                <a:solidFill>
                  <a:srgbClr val="E2E8F0"/>
                </a:solidFill>
              </a:defRPr>
            </a:pPr>
            <a:r>
              <a:t>•  Impact: Zero-hallucination AI evacuation guidance when every second and every meter of elevation 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DE047"/>
                </a:solidFill>
              </a:defRPr>
            </a:pPr>
            <a:r>
              <a:t>[Speaker Script] GeoRescue 3D is live on Google Cloud Run and ready to save lives during extreme urban flash floods.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