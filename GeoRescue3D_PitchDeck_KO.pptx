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Google DeepMind AI 해커톤 Track 2와 Track 3에 출품한 GeoRescue 3D입니다. 저희는 Gemini 4 Argon의 100만 토큰 컨텍스트와 Antigravity 파이썬 A* 자율 검증 루프를 결합한 3D 재난 대피 시스템을 구축했습니다.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강남역 사거리는 해발 13.5m의 항아리형 분지 지형입니다. 기존 2D 지도와 일반 LLM은 수평 최단 거리인 850m 경로를 추천하지만, 폭우 시 이 경로는 수심 5m로 침수되는 지하차도를 관통합니다.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저희는 Gemini 4 Argon의 100만 토큰 컨텍스트에 3D 지형 격자와 도로망 전체를 적재하여 수리 물리 파라미터를 합성하고, Antigravity 샌드박스에서 파이썬 NetworkX A* 알고리즘을 실행해 안전성이 증명된 경로만 통과시킵니다.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 탐색에서 저지대 노드 GN_02가 감지되자 Antigravity 샌드박스가 이를 즉시 차단하고, 2차 자율 교정을 통해 신논현 능선과 국기원 고지대를 경유하는 1,840m 안전 경로를 도출했습니다.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 화면에서 마우스로 3D 지형을 회전하며 등고선과 대피 경로의 고저차를 직관적으로 확인할 수 있습니다. 수위 슬라이더를 올리면 1밀리초 만에 우회로가 재계산되고 고도 단면도와 Google Maps에 동기화됩니다.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Alpha, Beta, Gamma 3개 에이전트 팀 토너먼트 결과, 저지대 침수 구간을 통과한 Alpha와 Beta 팀은 안전 게이트에서 실격되었고, 모든 안전 불변조건을 통과한 Team Gamma 빌드가 최종 채택되었습니다.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GeoRescue 3D는 현재 Google Cloud Run 서울 리전에 라이브 배포되어 누구나 즉시 접속해 테스트할 수 있습니다. 시민의 생명을 지키는 GeoRescue 3D였습니다. 감사합니다!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01 / 07  |  GOOGLE DEEPMIND AI HACKATHON 2026 — TRACK 2 (HARD TECH) &amp; TRACK 3 (SOCIAL GOOD)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GeoRescue 3D — 실시간 3D 공간 재난 대피 시뮬레이터 &amp; AI 자율 검증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Gemini 4 Argon (1M 컨텍스트) × Antigravity (Python NetworkX A* 자율 검증 루프) × Google Cloud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핵심 목표: 도심 극한호우 시 2D 내비게이션 및 일반 LLM 환각으로 인한 저지대 침수 고립 사고 원천 방지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Gemini 4 Argon (gemini-4-argon, 1M 토큰): V-World 3D DEM 격자(4,096 정점) + OSM 도로망 그래프 통합 수리 물리 추론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Antigravity (antigravity-preview-09-2026): 격리 리눅스 샌드박스에서 Python NetworkX A* 알고리즘 실행 및 자율 자기교정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Three.js 3D WebGL 디지털 트윈 + 실시간 수위 슬라이더(0.5m~5.0m) + Google Cloud Run 서버리스 프로덕션 배포 완료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라이브 데모 URL: https://georescue3d-464836279033.asia-northeast3.run.app/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안녕하세요. Google DeepMind AI 해커톤 Track 2와 Track 3에 출품한 GeoRescue 3D입니다. 저희는 Gemini 4 Argon의 100만 토큰 컨텍스트와 Antigravity 파이썬 A* 자율 검증 루프를 결합한 3D 재난 대피 시스템을 구축했습니다.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02 / 07  |  PROBLEM &amp; IMPACT — SEOUL GANGNAM STATION BASIN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문제 정의: 왜 폭우 때 기존 2D 지도와 일반 LLM은 위험한가?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강남역 항아리형(오목) 분지 지형(13.5m) vs 주변 고지대 능선(38.5m ~ 41.2m)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지형적 취약성: 강남역 사거리 중앙(GN_02)은 해발 13.5m 저지대인 반면, 국기원 언덕(38.5m)과 역삼중(41.2m)은 급경사 구릉지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기존 2D 평면 내비게이션의 한계: 고도(z_elevation)를 무시하고 수평 최단 거리(850m: GN_01 -&gt; GN_02 -&gt; GN_06)만 안내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검증 없는 LLM의 환각(Hallucination): 침수 기준선(18.5m) 상황에서 수심 5.0m로 침수된 강남역 지하차도(GN_02) 진입 유도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GeoRescue 3D 해결책: 모든 대피 경로 노드에 대해 z_elevation &gt; 18.5m 및 노면 수심 &lt;= 0.15m를 수학적으로 강제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강남역 사거리는 해발 13.5m의 항아리형 분지 지형입니다. 기존 2D 지도와 일반 LLM은 수평 최단 거리인 850m 경로를 추천하지만, 폭우 시 이 경로는 수심 5m로 침수되는 지하차도를 관통합니다.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03 / 07  |  SYSTEM ARCHITECTURE — MULTI-AGENT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어떻게 구현했는가: Gemini 4 Argon (1M) × Antigravity 샌드박스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추론(Argon 1M) -&gt; 코드 검증(Antigravity Sandbox) -&gt; 고속 직렬화(3.8 Flash) -&gt; 안전 가드레일(3.5 Flash-Lite)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1. Lead Orchestrator (gemini-4-argon, thinking_level=high, background=True): 1M 컨텍스트에 지형/도로망 전체 적재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2. Verification Agent (antigravity-preview-09-2026): Google 호스팅 샌드박스에서 Python NetworkX A* 검증 루프 실행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3. Fast Leaf Worker (gemini-3.8-flash): gangnam_3d_grid.csv 및 gangnam_graphify.json 스키마 검증 및 1.04ms 응답 직렬화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4. Safety Guardrail (gemini-3.5-flash-lite): 국토부 V-World / OSM(ODbL) 라이선스 검증 및 관제사 승인(HITL) 면책조항 강제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저희는 Gemini 4 Argon의 100만 토큰 컨텍스트에 3D 지형 격자와 도로망 전체를 적재하여 수리 물리 파라미터를 합성하고, Antigravity 샌드박스에서 파이썬 NetworkX A* 알고리즘을 실행해 안전성이 증명된 경로만 통과시킵니다.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04 / 07  |  AUTONOMOUS VERIFICATION LOOP — SELF-CORRECTION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Antigravity 자율 검증 루프: 침수 경로 차단 및 자율 자기교정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[SUCCESS] Verified by Python A* Algorithm (최소 고도 19.2m &gt; 18.5m, 최대 수심 0.12m &lt;= 0.15m)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침수 안전 불변조건 1: 모든 경로 노드 고도 z_elevation &gt; 18.5m 및 z_elevation &gt; current_water_depth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침수 안전 불변조건 2: 모든 도로 구간 침수심 water_level_m &lt;= 0.15m (보행 안전 한계 15cm 이하)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Iteration #1 (실패/차단): GN_01 -&gt; GN_02(13.5m, 수심 0.45m) -&gt; GN_06 -&gt; GN_08 (불변조건 위반 즉시 감지 및 거부)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Iteration #2 (자율 교정 완료): GN_02 블랙리스트 차단 -&gt; GN_01(19.2m) -&gt; GN_04 신논현 능선(22.8m) -&gt; GN_05 국기원(38.5m) -&gt; GN_06(34.0m) -&gt; GN_08 역삼중 대피소(41.2m) 채택!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1차 탐색에서 저지대 노드 GN_02가 감지되자 Antigravity 샌드박스가 이를 즉시 차단하고, 2차 자율 교정을 통해 신논현 능선과 국기원 고지대를 경유하는 1,840m 안전 경로를 도출했습니다.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05 / 07  |  KEY FEATURES &amp; INNOVATION — 3D SPATIAL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핵심 기술 혁신: 고저차 밀착형 3D WebGL 디지털 트윈 &amp; 실시간 수위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64x64 IDW DEM 지형-경로 오차 0.00m 동기화 + 2.5m 등고선 + Google Maps 실좌표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고도 오차 0.00m 지형-경로 매핑: 백엔드와 프론트엔드가 동일한 12개 제어점 역거리 가중 보간(IDW) 수식 공유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3D 지형 등고선(2.5m 간격) &amp; 18.5m 적색 침수 경계선 + 마우스 360도 드래그 회전 / 휠 줌 / 우클릭 패닝 지원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실시간 수위 슬라이더(0.5m ~ 5.0m): 수위 변경 시 3D 수면 메쉬 상승 및 FastAPI 백엔드 1.04ms 동적 경로 재탐색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종단 고도 단면도 차트 + Google Maps WGS84 실좌표 도보 내비게이션 연동 + 관제사 최종 승인(HITL) 브로드캐스트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라이브 화면에서 마우스로 3D 지형을 회전하며 등고선과 대피 경로의 고저차를 직관적으로 확인할 수 있습니다. 수위 슬라이더를 올리면 1밀리초 만에 우회로가 재계산되고 고도 단면도와 Google Maps에 동기화됩니다.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06 / 07  |  MULTI-AGENT TOURNAMENT &amp;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3개 에이전트 팀 경쟁 토너먼트 &amp; 100점 만점 루브릭 평가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Argon Chief Jury 투표 결과: Team Gamma (97.6 / 100점) 프로덕션 빌드 최종 채택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Team Alpha (알고리즘팀): 47.0 / 100점 — GN_02(13.5m) 침수 구간 진입으로 안전 게이트(35점) 0점 실격 처리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Team Beta (3D 시각화팀): 44.0 / 100점 — GN_03(17.2m) 서초 저지대 침수로 안전 게이트(35점) 0점 실격 처리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Team Gamma (안전 검증 풀스택팀): 97.6 / 100점 — 최소 고도 19.20m(&gt;18.5m), 최대 수심 0.12m(&lt;=0.15m) 완벽 통과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골든타임 검증 완료: 총 대피 거리 1,840.0m, 예상 소요 시간 1,525.1초(25.4분 &lt;= 30분 골든타임 기준 충족)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Alpha, Beta, Gamma 3개 에이전트 팀 토너먼트 결과, 저지대 침수 구간을 통과한 Alpha와 Beta 팀은 안전 게이트에서 실격되었고, 모든 안전 불변조건을 통과한 Team Gamma 빌드가 최종 채택되었습니다.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07 / 07  |  CLOUD RUN PRODUCTION DEPLOYMENT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Google Cloud Run 라이브 배포 완료 &amp;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생성형 AI의 초장문 공간 추론과 결정론적 알고리즘 검증의 결합으로 실제 생명을 구하다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Live Cloud Run URL: https://georescue3d-464836279033.asia-northeast3.run.app/ (서울 리전 asia-northeast3 서버리스 배포)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Public GitHub Repository: https://github.com/kyungho-lee/20261016_Deepmind_AIHackathon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향후 확장: 전국 상습 침수 구역(도림천, 광화문, 부산 센텀 등) V-World 3D DEM 및 실시간 IoT 수위 센서 연동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결론: Gemini 4 Argon (1M) + Antigravity 검증 루프를 통해 재난 대응 AI의 환각을 제거하고 신뢰할 수 있는 구조 골든타임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[발표 멘트] GeoRescue 3D는 현재 Google Cloud Run 서울 리전에 라이브 배포되어 누구나 즉시 접속해 테스트할 수 있습니다. 시민의 생명을 지키는 GeoRescue 3D였습니다. 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